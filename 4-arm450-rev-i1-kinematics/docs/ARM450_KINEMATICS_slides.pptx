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Motivation: same method as the myCobot thesis, applied to the arm I designed and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 on link i; a and alpha measured along/about X_{i-1}; d and theta along/about Z_i.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link transform read back from frames built by the rules; exact Craig form; matches the model to 1e-14 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d4 = 221.369 is elbow to wrist centre: the wrist centre is where J4, J5, J6 meet.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 by product of exponentials of the measured servo axes; URDF through ikpy; Jacobian vs z x r and finite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Wrist centre decouples position and orientation. 2 x 2 x 2 branches, then the joint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IK SOLVER COMPARISON -- 500 random reachable full poses, joint limits enforced</a:t>
            </a:r>
          </a:p>
          <a:p/>
          <a:p>
            <a:r>
              <a:t>solver                 seed     success  mean iter    mean ms  median err mm</a:t>
            </a:r>
          </a:p>
          <a:p>
            <a:r>
              <a:t>Closed form            GLOBAL    100.0%        1.0       0.18       5.68e-14</a:t>
            </a:r>
          </a:p>
          <a:p>
            <a:r>
              <a:t>Closed form            LOCAL     100.0%        1.0       0.18       5.68e-14</a:t>
            </a:r>
          </a:p>
          <a:p>
            <a:r>
              <a:t>Damped least squares   GLOBAL     29.2%      221.6      34.89       3.12e+01</a:t>
            </a:r>
          </a:p>
          <a:p>
            <a:r>
              <a:t>Damped least squares   LOCAL      95.2%       34.6       5.43       2.59e-07</a:t>
            </a:r>
          </a:p>
          <a:p>
            <a:r>
              <a:t>Pseudoinverse          GLOBAL     30.4%      212.9      36.40       4.62e+01</a:t>
            </a:r>
          </a:p>
          <a:p>
            <a:r>
              <a:t>Pseudoinverse          LOCAL      98.8%        8.7       1.42       1.09e-09</a:t>
            </a:r>
          </a:p>
          <a:p>
            <a:r>
              <a:t>Jacobian transpose     GLOBAL     18.0%     2831.4     430.78       2.52e-01</a:t>
            </a:r>
          </a:p>
          <a:p>
            <a:r>
              <a:t>Jacobian transpose     LOCAL      31.0%     2650.4     402.98       4.81e-04</a:t>
            </a:r>
          </a:p>
          <a:p>
            <a:r>
              <a:t>Levenberg-Marquardt    GLOBAL     47.6%      165.5      27.15       9.10e-01</a:t>
            </a:r>
          </a:p>
          <a:p>
            <a:r>
              <a:t>Levenberg-Marquardt    LOCAL      99.8%        8.6       1.35       5.89e-08</a:t>
            </a:r>
          </a:p>
          <a:p>
            <a:r>
              <a:t>ikpy (URDF)            GLOBAL     63.4%          -       4.46       7.08e-06</a:t>
            </a:r>
          </a:p>
          <a:p>
            <a:r>
              <a:t>ikpy (URDF)            LOCAL     100.0%          -       1.97       4.52e-07</a:t>
            </a:r>
          </a:p>
          <a:p/>
          <a:p>
            <a:r>
              <a:t>GLOBAL = seed at the ready pose, LOCAL = seed 3 deg from the answer (a traced path).</a:t>
            </a:r>
          </a:p>
          <a:p>
            <a:r>
              <a:t>The closed form needs no seed and is exact; the seed only picks among its valid branches.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WORKSPACE</a:t>
            </a:r>
          </a:p>
          <a:p/>
          <a:p>
            <a:r>
              <a:t>self-checks: batch FK vs model FK 0.0e+00 mm; pen feasibility batch vs full IK (roll swept 5 deg) agree on 100.0 % of 400 pens (200 held by real poses + 200 random; 201 vs 201 feasible)</a:t>
            </a:r>
          </a:p>
          <a:p/>
          <a:p>
            <a:r>
              <a:t>REACHABLE (tool-flange face, 400000 random poses inside the joint limits)</a:t>
            </a:r>
          </a:p>
          <a:p>
            <a:r>
              <a:t>  horizontal reach from the J1 axis: max 405.5 mm</a:t>
            </a:r>
          </a:p>
          <a:p>
            <a:r>
              <a:t>  distance from the shoulder (0, 0, 90): max 428.5 mm  (a2 + d4 + d_T = 428.5)</a:t>
            </a:r>
          </a:p>
          <a:p>
            <a:r>
              <a:t>  height: -49.5 .. 518.4 mm; below the table top (z &lt; -69.9): 0.0 % of poses</a:t>
            </a:r>
          </a:p>
          <a:p>
            <a:r>
              <a:t>  volume above the table (occupied 10 mm voxels): 74.59 litres</a:t>
            </a:r>
          </a:p>
          <a:p>
            <a:r>
              <a:t>  wrist centre: r max 317.6 mm, z 30.5 .. 430.4 mm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Straight down needs 180 deg of pitch; J2 + J3 + J5 give 172.5. Table: tilted pen on a ring. Board: front pen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 is singular three ways: shoulder, elbow, wrist. Work from the ready 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SINE TRACING (closed-form IK, continuity = nearest valid branch)</a:t>
            </a:r>
          </a:p>
          <a:p/>
          <a:p>
            <a:r>
              <a:t>VERTICAL: board x = 350, pen normal +x (away from the robot)</a:t>
            </a:r>
          </a:p>
          <a:p>
            <a:r>
              <a:t>  sine: centre (350, 0, 260) mm, width 200 mm, amplitude 33 mm, 2 cycles, 150 points</a:t>
            </a:r>
          </a:p>
          <a:p>
            <a:r>
              <a:t>  closed form: FK error max 1.3e-13 mm, pen axis error 2.6e-16; all points inside the joint limits: True</a:t>
            </a:r>
          </a:p>
          <a:p>
            <a:r>
              <a:t>  motion: largest joint step between points 2.82 deg; smallest margin to a limit 2.5 deg (pen roll free)</a:t>
            </a:r>
          </a:p>
          <a:p>
            <a:r>
              <a:t>  DLS re-trace (seed = previous point): max error 7.9e-07 mm, mean 8.0 iterations</a:t>
            </a:r>
          </a:p>
          <a:p>
            <a:r>
              <a:t>  ikpy re-trace (URDF): max error 9.3e-05 mm</a:t>
            </a:r>
          </a:p>
          <a:p/>
          <a:p>
            <a:r>
              <a:t>TABLE: table z = 25, pen tilted 30 deg from straight down, leaning out along the radius</a:t>
            </a:r>
          </a:p>
          <a:p>
            <a:r>
              <a:t>  sine along an arc of radius 340 mm (the drawable ring), arc length 300 mm, radial amplitude 12 mm, 2 cycles, 150 points</a:t>
            </a:r>
          </a:p>
          <a:p>
            <a:r>
              <a:t>  closed form: FK error max 1.3e-13 mm, pen axis error 2.9e-16; all points inside the joint limits: True</a:t>
            </a:r>
          </a:p>
          <a:p>
            <a:r>
              <a:t>  motion: largest joint step between points 0.74 deg; smallest margin to a limit 1.0 deg (pen roll free)</a:t>
            </a:r>
          </a:p>
          <a:p>
            <a:r>
              <a:t>  DLS re-trace (seed = previous point): max error 6.2e-07 mm, mean 4.4 iterations</a:t>
            </a:r>
          </a:p>
          <a:p>
            <a:r>
              <a:t>  ikpy re-trace (URDF): max error 1.9e-06 mm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TIMED TRAJECTORIES + ENCODER RESOLUTION</a:t>
            </a:r>
          </a:p>
          <a:p/>
          <a:p>
            <a:r>
              <a:t>ST3215 (Waveshare wiki): 0.222 s/60 deg at 12 V = 270 deg/s no-load; 4096 counts/rev = 0.0879 deg/count</a:t>
            </a:r>
          </a:p>
          <a:p/>
          <a:p>
            <a:r>
              <a:t>VERTICAL sine (board x = 350): path 345 mm</a:t>
            </a:r>
          </a:p>
          <a:p>
            <a:r>
              <a:t>  resolved rate (5-D task, roll free, null space to the joint centres): error 9.3e-11 mm, pen axis 9.2e-13; inside the limits: True</a:t>
            </a:r>
          </a:p>
          <a:p>
            <a:r>
              <a:t>  largest joint rate per mm of pen travel 1.65 deg/mm (joint 3); closed-form path of step 7: largest step 2.82 deg</a:t>
            </a:r>
          </a:p>
          <a:p>
            <a:r>
              <a:t>  pen speed at which a servo reaches its no-load rating: 164 mm/s; at half the rating: 82 mm/s</a:t>
            </a:r>
          </a:p>
          <a:p>
            <a:r>
              <a:t>  one pass of the sine at half the rating: 4.2 s</a:t>
            </a:r>
          </a:p>
          <a:p>
            <a:r>
              <a:t>  encoder floor (every joint off by half a count): tool face 0.87 .. 0.93 mm along the path</a:t>
            </a:r>
          </a:p>
          <a:p/>
          <a:p>
            <a:r>
              <a:t>TABLE sine (table z = 25, pen tilt 30 deg): path 318 mm</a:t>
            </a:r>
          </a:p>
          <a:p>
            <a:r>
              <a:t>  resolved rate (5-D task, roll free, null space to the joint centres): error 1.8e-13 mm, pen axis 5.0e-16; inside the limits: True</a:t>
            </a:r>
          </a:p>
          <a:p>
            <a:r>
              <a:t>  largest joint rate per mm of pen travel 0.33 deg/mm (joint 3); closed-form path of step 7: largest step 0.74 deg</a:t>
            </a:r>
          </a:p>
          <a:p>
            <a:r>
              <a:t>  pen speed at which a servo reaches its no-load rating: 822 mm/s; at half the rating: 411 mm/s</a:t>
            </a:r>
          </a:p>
          <a:p>
            <a:r>
              <a:t>  one pass of the sine at half the rating: 0.8 s</a:t>
            </a:r>
          </a:p>
          <a:p>
            <a:r>
              <a:t>  encoder floor (every joint off by half a count): tool face 0.84 .. 0.88 mm along the path</a:t>
            </a:r>
          </a:p>
          <a:p/>
          <a:p>
            <a:r>
              <a:t>-&gt; drawing faster than about half the no-load pen speed above leaves the servos no margin (the rating is</a:t>
            </a:r>
          </a:p>
          <a:p>
            <a:r>
              <a:t>   no-load; under the arm's own weight they are slower). The encoder alone limits a drawn line to about</a:t>
            </a:r>
          </a:p>
          <a:p>
            <a:r>
              <a:t>   the floor above -- a real line is also limited by gear backlash and the printed parts' play.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gif"/><Relationship Id="rId4" Type="http://schemas.openxmlformats.org/officeDocument/2006/relationships/image" Target="../media/image16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ARM-450 rev I.1 -- kinematics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DH table, forward and inverse kinematics, Jacobian, workspace -- in my convention:</a:t>
            </a:r>
          </a:p>
          <a:p>
            <a:pPr>
              <a:spcAft>
                <a:spcPts val="800"/>
              </a:spcAft>
              <a:defRPr sz="1800"/>
            </a:pPr>
            <a:r>
              <a:t>Modified (Craig) DH + velocity-propagation Jacobian (after the myCobot 280 thesis and Rsine)</a:t>
            </a:r>
          </a:p>
          <a:p>
            <a:pPr>
              <a:spcAft>
                <a:spcPts val="800"/>
              </a:spcAft>
              <a:defRPr sz="1800"/>
            </a:pPr>
            <a:r>
              <a:t>Geometry from the rev I.1 CAD: d1 = 90, a2 = 119, d4 = 221.369, d_T = 88.089 mm; spherical wrist</a:t>
            </a:r>
          </a:p>
          <a:p>
            <a:pPr>
              <a:spcAft>
                <a:spcPts val="800"/>
              </a:spcAft>
              <a:defRPr sz="1800"/>
            </a:pPr>
            <a:r>
              <a:t>FK = CAD to 2.98e-13 mm, = URDF to 2.55e-13 mm (2000 poses)</a:t>
            </a:r>
          </a:p>
          <a:p>
            <a:pPr>
              <a:spcAft>
                <a:spcPts val="800"/>
              </a:spcAft>
              <a:defRPr sz="1800"/>
            </a:pPr>
            <a:r>
              <a:t>Closed-form IK: 8 branches, exact, 0.2 ms; numerical solvers compared</a:t>
            </a:r>
          </a:p>
          <a:p>
            <a:pPr>
              <a:spcAft>
                <a:spcPts val="800"/>
              </a:spcAft>
              <a:defRPr sz="1800"/>
            </a:pPr>
            <a:r>
              <a:t>Pen straight down impossible (172.5 deg of pitch) -&gt; tilted pen on the table; vertical board 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My convention: Modified (Craig) DH</a:t>
            </a:r>
          </a:p>
        </p:txBody>
      </p:sp>
      <p:pic>
        <p:nvPicPr>
          <p:cNvPr id="3" name="Picture 2" descr="_slide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74" y="960120"/>
            <a:ext cx="801377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DH table (derived from the CAD servo axes)</a:t>
            </a:r>
          </a:p>
        </p:txBody>
      </p:sp>
      <p:pic>
        <p:nvPicPr>
          <p:cNvPr id="3" name="Picture 2" descr="fig_d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31" y="960120"/>
            <a:ext cx="1058265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Frames and link lengths</a:t>
            </a:r>
          </a:p>
        </p:txBody>
      </p:sp>
      <p:pic>
        <p:nvPicPr>
          <p:cNvPr id="3" name="Picture 2" descr="fig_dh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952" y="960120"/>
            <a:ext cx="876161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Forward kinematics -- verified three ways</a:t>
            </a:r>
          </a:p>
        </p:txBody>
      </p:sp>
      <p:pic>
        <p:nvPicPr>
          <p:cNvPr id="3" name="Picture 2" descr="fig_fk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952" y="960120"/>
            <a:ext cx="876161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Jacobian by velocity propagation</a:t>
            </a:r>
          </a:p>
        </p:txBody>
      </p:sp>
      <p:pic>
        <p:nvPicPr>
          <p:cNvPr id="3" name="Picture 2" descr="_slide_j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74" y="960120"/>
            <a:ext cx="801377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Inverse kinematics in closed form</a:t>
            </a:r>
          </a:p>
        </p:txBody>
      </p:sp>
      <p:pic>
        <p:nvPicPr>
          <p:cNvPr id="3" name="Picture 2" descr="_slide_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74" y="960120"/>
            <a:ext cx="801377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8 branches of one pose</a:t>
            </a:r>
          </a:p>
        </p:txBody>
      </p:sp>
      <p:pic>
        <p:nvPicPr>
          <p:cNvPr id="3" name="Picture 2" descr="fig_ik_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77" y="960120"/>
            <a:ext cx="971876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IK solvers compared (thesis Exp. 2)</a:t>
            </a:r>
          </a:p>
        </p:txBody>
      </p:sp>
      <p:pic>
        <p:nvPicPr>
          <p:cNvPr id="3" name="Picture 2" descr="fig_i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716665"/>
            <a:ext cx="11612880" cy="4156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Reachable workspace</a:t>
            </a:r>
          </a:p>
        </p:txBody>
      </p:sp>
      <p:pic>
        <p:nvPicPr>
          <p:cNvPr id="3" name="Picture 2" descr="fig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9604"/>
            <a:ext cx="11612880" cy="52903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Task-constrained workspace (thesis Exp. 1)</a:t>
            </a:r>
          </a:p>
        </p:txBody>
      </p:sp>
      <p:pic>
        <p:nvPicPr>
          <p:cNvPr id="3" name="Picture 2" descr="fig_task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960120"/>
            <a:ext cx="113385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Manipulability and singularities (thesis Exp. 3)</a:t>
            </a:r>
          </a:p>
        </p:txBody>
      </p:sp>
      <p:pic>
        <p:nvPicPr>
          <p:cNvPr id="3" name="Picture 2" descr="fig_manipu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11" y="960120"/>
            <a:ext cx="1025869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Sine tracing (after Rsine)</a:t>
            </a:r>
          </a:p>
        </p:txBody>
      </p:sp>
      <p:pic>
        <p:nvPicPr>
          <p:cNvPr id="3" name="Picture 2" descr="fig_sine_de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79" y="960120"/>
            <a:ext cx="89763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sine on the real servos: timing and encoder floor</a:t>
            </a:r>
          </a:p>
        </p:txBody>
      </p:sp>
      <p:pic>
        <p:nvPicPr>
          <p:cNvPr id="3" name="Picture 2" descr="fig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11" y="960120"/>
            <a:ext cx="1025869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CAD arm drawing</a:t>
            </a:r>
          </a:p>
        </p:txBody>
      </p:sp>
      <p:pic>
        <p:nvPicPr>
          <p:cNvPr id="3" name="Picture 2" descr="fig_sine_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554" y="914400"/>
            <a:ext cx="8190411" cy="3017520"/>
          </a:xfrm>
          <a:prstGeom prst="rect">
            <a:avLst/>
          </a:prstGeom>
        </p:spPr>
      </p:pic>
      <p:pic>
        <p:nvPicPr>
          <p:cNvPr id="4" name="Picture 3" descr="sine_vertical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931920"/>
            <a:ext cx="2834640" cy="2834640"/>
          </a:xfrm>
          <a:prstGeom prst="rect">
            <a:avLst/>
          </a:prstGeom>
        </p:spPr>
      </p:pic>
      <p:pic>
        <p:nvPicPr>
          <p:cNvPr id="5" name="Picture 4" descr="sine_tabl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931920"/>
            <a:ext cx="283464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DH table follows from the CAD with my frame rules; FK = CAD = URDF to 1e-13 mm</a:t>
            </a:r>
          </a:p>
          <a:p>
            <a:pPr>
              <a:spcAft>
                <a:spcPts val="800"/>
              </a:spcAft>
              <a:defRPr sz="1800"/>
            </a:pPr>
            <a:r>
              <a:t>Velocity-propagation Jacobian = geometric form; manipulability / conditioning mapped</a:t>
            </a:r>
          </a:p>
          <a:p>
            <a:pPr>
              <a:spcAft>
                <a:spcPts val="800"/>
              </a:spcAft>
              <a:defRPr sz="1800"/>
            </a:pPr>
            <a:r>
              <a:t>Spherical wrist -&gt; closed-form IK (exact, all branches); numerical solvers are local: use them along paths</a:t>
            </a:r>
          </a:p>
          <a:p>
            <a:pPr>
              <a:spcAft>
                <a:spcPts val="800"/>
              </a:spcAft>
              <a:defRPr sz="1800"/>
            </a:pPr>
            <a:r>
              <a:t>Home is triply singular: start from the bent ready pose</a:t>
            </a:r>
          </a:p>
          <a:p>
            <a:pPr>
              <a:spcAft>
                <a:spcPts val="800"/>
              </a:spcAft>
              <a:defRPr sz="1800"/>
            </a:pPr>
            <a:r>
              <a:t>Joint limits cap the pitch at 172.5 deg: no pen straight down; tilted pen on a ring; board from ~190 mm</a:t>
            </a:r>
          </a:p>
          <a:p>
            <a:pPr>
              <a:spcAft>
                <a:spcPts val="800"/>
              </a:spcAft>
              <a:defRPr sz="1800"/>
            </a:pPr>
            <a:r>
              <a:t>Free pen roll keeps the traced motion smooth (largest step &lt; 3 deg) -- redundancy, as in the thesis</a:t>
            </a:r>
          </a:p>
          <a:p>
            <a:pPr>
              <a:spcAft>
                <a:spcPts val="800"/>
              </a:spcAft>
              <a:defRPr sz="1800"/>
            </a:pPr>
            <a:r>
              <a:t>On the ST3215: board sine at ~80 mm/s with the servos at half their rating; encoder floor ~0.9 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