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core idea: reaching a point is not enough — the tool must be held normal to the surface, and that shrinks the usable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questions came from the myCobot drawing project and turn out to be a real research problem about task-constrained workspaces.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model is verified, not assumed — FK matches the manufacturer model to machine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(a): yellow = back-only near base, red = front-only farther out — that's the answer to the front/back question. Panels (b,c): the drawable ring on a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(d) shows convergence rate on a good pose; the bars show robustness. The story is accuracy vs robustness — DLS wins on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explains the annulus in the feasibility map: feasibility and good conditioning are geometrically the same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maps predict where clean drawing is possible; these demos confirm it, including the front-facing and the horizontal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contribution: a method to map the drawable workspace and place drawing tasks where they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3A5F"/>
                </a:solidFill>
              </a:defRPr>
            </a:pPr>
            <a:r>
              <a:t>Task-Constrained Workspace &amp; Inverse Kinematics</a:t>
            </a:r>
            <a:br/>
            <a:r>
              <a:t>for Surface-Tracing with the myCobot 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62728"/>
                </a:solidFill>
              </a:defRPr>
            </a:pPr>
            <a:r>
              <a:t>Where — and how well — can a 6-DOF arm draw on a surface?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Two questions from the drawing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Reaching a point ≠ reaching it with the pen perpendicular to the surface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Q1: which pen directions are feasible where? (front vs behind)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Q2: can it trace on any surface anywhere — incl. a horizontal table?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Thesis: the reachable and the DRAWABLE workspaces are different 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Kinematic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Modified-DH, verified to 1e-15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Modified (Craig) DH: link transform Aᵢ = Rotx(α)·Transx(a)·Rotz(θ)·Transz(d)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DH table identified from the URDF; FK matches URDF to ~1e-15 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Velocity-propagation Jacobian: Jᵢ = [ zᵢ×(pₑ−pᵢ) ; zᵢ ], verified 2.5e-7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Dexterity: manipulability w=√det(Jv Jvᵀ), condition number 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Task-Constrained Workspace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Where the pen can be held normal to the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Vertical: only 57.9% of reachable space allows a ⊥ pen; 35.2% front-facing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Near the base only BACK works; FRONT opens up in the outer region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Horizontal table: 63.5% drawable pen-down — an ANNULUS (dead zone above base)</a:t>
            </a:r>
          </a:p>
        </p:txBody>
      </p:sp>
      <p:pic>
        <p:nvPicPr>
          <p:cNvPr id="5" name="Picture 4" descr="fig_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20116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Inverse-Kinematics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Four Jacobian-based solvers on the tracing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Damped least squares: 98.7% success — most robust (damping caps accuracy)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Pseudoinverse / Levenberg–Marquardt: quadratic but brittle near singularities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Jacobian-transpose: always progresses, but ~25× slower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→ DLS is the right default for well-seeded surface tracing</a:t>
            </a:r>
          </a:p>
        </p:txBody>
      </p:sp>
      <p:pic>
        <p:nvPicPr>
          <p:cNvPr id="5" name="Picture 4" descr="fig_i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14493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Manipulability &amp; Conditioning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Why the drawable region has its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Low-manipulability 'dead zone' directly above the base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Bright dexterous RING at mid-radius — best place to draw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Condition number rises toward the workspace boundary (near-singular)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The drawable annulus coincides with the high-w, low-κ ring</a:t>
            </a:r>
          </a:p>
        </p:txBody>
      </p:sp>
      <p:pic>
        <p:nvPicPr>
          <p:cNvPr id="5" name="Picture 4" descr="fig_manipu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18162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D62728"/>
                </a:solidFill>
              </a:defRPr>
            </a:pPr>
            <a:r>
              <a:t>Sine tracing on two surfaces (0.000 mm)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Placements chosen using the feasibility &amp; manipulability maps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(a) FRONT-facing vertical board — pen points away from the robot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(b) HORIZONTAL table — pen points down, in the dexterous ring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Both track the target to 0.000 mm</a:t>
            </a:r>
          </a:p>
        </p:txBody>
      </p:sp>
      <p:pic>
        <p:nvPicPr>
          <p:cNvPr id="5" name="Picture 4" descr="fig_de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20" cy="28142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Reachable ≠ drawable; the gap depends on the surface normal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Vertical 57.9% / horizontal 63.5% drawable; feasibility ↔ manipulability ring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DLS is the most robust IK for the task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Next: tilted surfaces, redundancy for manipulability-optimal drawing, real robot + Gazebo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