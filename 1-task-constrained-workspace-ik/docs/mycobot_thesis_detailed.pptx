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Task-Constrained Workspace &amp; Inverse Kinematics</a:t>
            </a:r>
            <a:br/>
            <a:r>
              <a:t>for Surface-Tracing with the myCobot 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62728"/>
                </a:solidFill>
              </a:defRPr>
            </a:pPr>
            <a:r>
              <a:t>A detailed study — where, how, and with what posture a 6-DOF arm can draw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Two questions from the drawing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Reaching a point ≠ reaching it with the pen perpendicular to the surface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Q1: which pen directions are feasible where? (front vs behind)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Q2: can it trace on any surface anywhere — incl. a horizontal table?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Thesis: the reachable and the DRAWABLE workspaces are different 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A verified modified-DH model + velocity-propagation Jacobian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A map of the task-constrained (drawable) workspace, vertical &amp; horizontal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A comparison of four inverse-kinematics solvers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Manipulability / conditioning maps explaining the drawable region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Redundancy resolution: same pen path, chosen arm posture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Live ROS 2 / RViz demonstrations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Kinematic Model — Modified (Craig) DH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Verified to ~1e-15 m vs the URDF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Link transform:  Aᵢ = Rotx(αᵢ₋₁)·Transx(aᵢ₋₁)·Rotz(θᵢ)·Transz(dᵢ)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Base-to-tool:  T = A₁A₂A₃A₄A₅A₆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DH table identified by fitting to the URDF (machine-precision match)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αᵢ₋₁ link twist · aᵢ₋₁ link length · dᵢ offset · θᵢ joint angle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Jacobian &amp; Dexterity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Velocity-propagation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Column i:  Jᵢ = [ zᵢ × (pₑ − pᵢ) ; zᵢ ]   (verified vs finite diff 2.5e-7)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Twist:  [v; ω] = J(q)·q̇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Manipulability:  w = √det(Jᵥ Jᵥᵀ)   (0 at a singularity)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Condition number:  κ = σ_max / σ_min   (1 = isotropic)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Task-Constrained Workspace —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Reachable set R = positions attainable within joint limits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Drawable set D(n) = positions reachable with pen axis ẑ = ±n (surface normal)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Estimated by testing DLS IK convergence with the perpendicular-pen constraint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Key idea: D(n) ⊂ R, and the gap depends on the surface orientation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Feasibility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Where the pen can be held normal to the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Vertical: 57.9% of R allows a ⊥ pen; only 35.2% front-facing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Near base → only BACK; outer region → FRONT opens up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Horizontal table: 63.5% drawable pen-down — an ANNULUS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Dead zone directly above the base (wrist can't point straight down)</a:t>
            </a:r>
          </a:p>
        </p:txBody>
      </p:sp>
      <p:pic>
        <p:nvPicPr>
          <p:cNvPr id="5" name="Picture 4" descr="fig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20116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Inverse-Kinematics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Four Jacobian-based 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Damped least squares: 98.7% success — most robust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Pseudoinverse / Levenberg–Marquardt: quadratic but brittle near singularities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Jacobian-transpose: always progresses, ~25× slower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→ DLS is the right default for surface tracing</a:t>
            </a:r>
          </a:p>
        </p:txBody>
      </p:sp>
      <p:pic>
        <p:nvPicPr>
          <p:cNvPr id="5" name="Picture 4" descr="fig_i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14493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Manipulability &amp; Conditioning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Why the drawable region has its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Low-manipulability dead zone directly above the base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Bright dexterous RING at mid-radius — best drawing region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Condition number rises toward the workspace boundary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The drawable annulus = the high-w, low-κ ring</a:t>
            </a:r>
          </a:p>
        </p:txBody>
      </p:sp>
      <p:pic>
        <p:nvPicPr>
          <p:cNvPr id="5" name="Picture 4" descr="fig_manipu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18162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Sine tracing on two surfaces (0.000 mm)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Placements chosen from the feasibility &amp; manipulability maps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Front-facing vertical board — pen points away from the robot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Horizontal table — pen points down, in the dexterous ring</a:t>
            </a:r>
          </a:p>
        </p:txBody>
      </p:sp>
      <p:pic>
        <p:nvPicPr>
          <p:cNvPr id="5" name="Picture 4" descr="fig_de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28142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Redundancy — Same Path, Chosen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Same end-effector, arm 'opened' toward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The 6-DOF arm reaches the same pen poses with different postures (IK branches)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We select a RAISED (elbow-up) branch: upper arm 0.10 m → 0.17 m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End-effector traces the IDENTICAL sine (EE z = 0.100 m unchanged)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Smooth along the path (max 3°/frame, no posture jumps)</a:t>
            </a:r>
          </a:p>
        </p:txBody>
      </p:sp>
      <p:pic>
        <p:nvPicPr>
          <p:cNvPr id="5" name="Picture 4" descr="fig_postur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Reachable ≠ drawable; the gap depends on the surface normal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Vertical 57.9% / horizontal 63.5% drawable; feasibility ↔ manipulability ring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DLS is the most robust IK; redundancy sets the posture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Next: tilted surfaces, manipulability-optimal drawing, real robot + Gazebo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Live Demonstration — Writing Left-to-Right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ROS 2 / RViz (animation plays in slideshow)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The locked 'paper' demo: front table, raised posture, left-to-right sine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Command:  ros2 launch mycobot_thesis thesis_draw.launch.py surface:=paper</a:t>
            </a:r>
          </a:p>
        </p:txBody>
      </p:sp>
      <p:pic>
        <p:nvPicPr>
          <p:cNvPr id="5" name="Picture 4" descr="paper_raised_dra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37360"/>
            <a:ext cx="5852160" cy="5016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